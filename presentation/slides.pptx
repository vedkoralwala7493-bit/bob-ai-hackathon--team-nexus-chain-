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Lora" pitchFamily="2" charset="0"/>
      <p:regular r:id="rId11"/>
      <p:bold r:id="rId12"/>
      <p:italic r:id="rId13"/>
      <p:boldItalic r:id="rId14"/>
    </p:embeddedFont>
    <p:embeddedFont>
      <p:font typeface="Source Sans 3" panose="020B0604020202020204" charset="0"/>
      <p:regular r:id="rId15"/>
    </p:embeddedFont>
    <p:embeddedFont>
      <p:font typeface="Source Sans 3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39A75E-F1DE-4633-BA0B-BBEEA49F1CA1}" v="14" dt="2026-09-14T15:17:54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466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may Panchal" userId="177a923a6b3f6cea" providerId="LiveId" clId="{A49B9FF2-46D3-4984-8F43-01DAC76CE067}"/>
    <pc:docChg chg="undo custSel modSld">
      <pc:chgData name="Tanmay Panchal" userId="177a923a6b3f6cea" providerId="LiveId" clId="{A49B9FF2-46D3-4984-8F43-01DAC76CE067}" dt="2026-09-14T15:20:36.445" v="227" actId="1076"/>
      <pc:docMkLst>
        <pc:docMk/>
      </pc:docMkLst>
      <pc:sldChg chg="addSp delSp modSp mod">
        <pc:chgData name="Tanmay Panchal" userId="177a923a6b3f6cea" providerId="LiveId" clId="{A49B9FF2-46D3-4984-8F43-01DAC76CE067}" dt="2026-09-14T15:18:50.039" v="212" actId="1076"/>
        <pc:sldMkLst>
          <pc:docMk/>
          <pc:sldMk cId="0" sldId="256"/>
        </pc:sldMkLst>
        <pc:spChg chg="mod">
          <ac:chgData name="Tanmay Panchal" userId="177a923a6b3f6cea" providerId="LiveId" clId="{A49B9FF2-46D3-4984-8F43-01DAC76CE067}" dt="2026-09-14T15:18:11.571" v="209" actId="20577"/>
          <ac:spMkLst>
            <pc:docMk/>
            <pc:sldMk cId="0" sldId="256"/>
            <ac:spMk id="13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5:18:22.456" v="210" actId="478"/>
          <ac:spMkLst>
            <pc:docMk/>
            <pc:sldMk cId="0" sldId="256"/>
            <ac:spMk id="15" creationId="{00000000-0000-0000-0000-000000000000}"/>
          </ac:spMkLst>
        </pc:spChg>
        <pc:spChg chg="add mod">
          <ac:chgData name="Tanmay Panchal" userId="177a923a6b3f6cea" providerId="LiveId" clId="{A49B9FF2-46D3-4984-8F43-01DAC76CE067}" dt="2026-09-14T15:18:50.039" v="212" actId="1076"/>
          <ac:spMkLst>
            <pc:docMk/>
            <pc:sldMk cId="0" sldId="256"/>
            <ac:spMk id="18" creationId="{9AAD0B88-2BE8-5C9C-490C-D481F7D0D177}"/>
          </ac:spMkLst>
        </pc:spChg>
      </pc:sldChg>
      <pc:sldChg chg="addSp modSp mod">
        <pc:chgData name="Tanmay Panchal" userId="177a923a6b3f6cea" providerId="LiveId" clId="{A49B9FF2-46D3-4984-8F43-01DAC76CE067}" dt="2026-09-14T15:19:30.882" v="214" actId="1076"/>
        <pc:sldMkLst>
          <pc:docMk/>
          <pc:sldMk cId="0" sldId="257"/>
        </pc:sldMkLst>
        <pc:picChg chg="add mod">
          <ac:chgData name="Tanmay Panchal" userId="177a923a6b3f6cea" providerId="LiveId" clId="{A49B9FF2-46D3-4984-8F43-01DAC76CE067}" dt="2026-09-14T15:19:30.882" v="214" actId="1076"/>
          <ac:picMkLst>
            <pc:docMk/>
            <pc:sldMk cId="0" sldId="257"/>
            <ac:picMk id="15" creationId="{BF5DA68D-98E9-C55C-A217-DA773253FA57}"/>
          </ac:picMkLst>
        </pc:picChg>
      </pc:sldChg>
      <pc:sldChg chg="addSp modSp mod">
        <pc:chgData name="Tanmay Panchal" userId="177a923a6b3f6cea" providerId="LiveId" clId="{A49B9FF2-46D3-4984-8F43-01DAC76CE067}" dt="2026-09-14T15:19:38.623" v="216" actId="1076"/>
        <pc:sldMkLst>
          <pc:docMk/>
          <pc:sldMk cId="0" sldId="258"/>
        </pc:sldMkLst>
        <pc:spChg chg="mod">
          <ac:chgData name="Tanmay Panchal" userId="177a923a6b3f6cea" providerId="LiveId" clId="{A49B9FF2-46D3-4984-8F43-01DAC76CE067}" dt="2026-09-14T14:47:35.671" v="6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4:47:35.671" v="7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4:47:35.655" v="3" actId="276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4:47:35.671" v="5" actId="2763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4:47:35.655" v="4" actId="27636"/>
          <ac:spMkLst>
            <pc:docMk/>
            <pc:sldMk cId="0" sldId="258"/>
            <ac:spMk id="13" creationId="{00000000-0000-0000-0000-000000000000}"/>
          </ac:spMkLst>
        </pc:spChg>
        <pc:picChg chg="add mod">
          <ac:chgData name="Tanmay Panchal" userId="177a923a6b3f6cea" providerId="LiveId" clId="{A49B9FF2-46D3-4984-8F43-01DAC76CE067}" dt="2026-09-14T15:19:38.623" v="216" actId="1076"/>
          <ac:picMkLst>
            <pc:docMk/>
            <pc:sldMk cId="0" sldId="258"/>
            <ac:picMk id="28" creationId="{C6C35A81-9E3F-313C-52D7-4D949DFD1CA3}"/>
          </ac:picMkLst>
        </pc:picChg>
      </pc:sldChg>
      <pc:sldChg chg="addSp modSp mod">
        <pc:chgData name="Tanmay Panchal" userId="177a923a6b3f6cea" providerId="LiveId" clId="{A49B9FF2-46D3-4984-8F43-01DAC76CE067}" dt="2026-09-14T15:19:51.843" v="218" actId="1076"/>
        <pc:sldMkLst>
          <pc:docMk/>
          <pc:sldMk cId="0" sldId="259"/>
        </pc:sldMkLst>
        <pc:picChg chg="add mod">
          <ac:chgData name="Tanmay Panchal" userId="177a923a6b3f6cea" providerId="LiveId" clId="{A49B9FF2-46D3-4984-8F43-01DAC76CE067}" dt="2026-09-14T15:19:51.843" v="218" actId="1076"/>
          <ac:picMkLst>
            <pc:docMk/>
            <pc:sldMk cId="0" sldId="259"/>
            <ac:picMk id="24" creationId="{E1A98029-557F-1D51-03D9-1F6FC5624707}"/>
          </ac:picMkLst>
        </pc:picChg>
      </pc:sldChg>
      <pc:sldChg chg="addSp delSp modSp mod">
        <pc:chgData name="Tanmay Panchal" userId="177a923a6b3f6cea" providerId="LiveId" clId="{A49B9FF2-46D3-4984-8F43-01DAC76CE067}" dt="2026-09-14T15:20:02.899" v="220" actId="1076"/>
        <pc:sldMkLst>
          <pc:docMk/>
          <pc:sldMk cId="0" sldId="260"/>
        </pc:sldMkLst>
        <pc:spChg chg="del mod">
          <ac:chgData name="Tanmay Panchal" userId="177a923a6b3f6cea" providerId="LiveId" clId="{A49B9FF2-46D3-4984-8F43-01DAC76CE067}" dt="2026-09-14T14:47:37.251" v="8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Tanmay Panchal" userId="177a923a6b3f6cea" providerId="LiveId" clId="{A49B9FF2-46D3-4984-8F43-01DAC76CE067}" dt="2026-09-14T14:47:49.943" v="19" actId="478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Tanmay Panchal" userId="177a923a6b3f6cea" providerId="LiveId" clId="{A49B9FF2-46D3-4984-8F43-01DAC76CE067}" dt="2026-09-14T14:47:44.593" v="16" actId="478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Tanmay Panchal" userId="177a923a6b3f6cea" providerId="LiveId" clId="{A49B9FF2-46D3-4984-8F43-01DAC76CE067}" dt="2026-09-14T14:47:45.764" v="18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7:53.310" v="20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7:55.062" v="21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7:56.832" v="22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7:57.729" v="23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7:59.296" v="24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8:17.928" v="43" actId="478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Tanmay Panchal" userId="177a923a6b3f6cea" providerId="LiveId" clId="{A49B9FF2-46D3-4984-8F43-01DAC76CE067}" dt="2026-09-14T14:48:15.494" v="41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8:18.787" v="44" actId="478"/>
          <ac:spMkLst>
            <pc:docMk/>
            <pc:sldMk cId="0" sldId="260"/>
            <ac:spMk id="15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8:13.856" v="39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8:04.684" v="30" actId="478"/>
          <ac:spMkLst>
            <pc:docMk/>
            <pc:sldMk cId="0" sldId="260"/>
            <ac:spMk id="19" creationId="{00000000-0000-0000-0000-000000000000}"/>
          </ac:spMkLst>
        </pc:spChg>
        <pc:spChg chg="del mod">
          <ac:chgData name="Tanmay Panchal" userId="177a923a6b3f6cea" providerId="LiveId" clId="{A49B9FF2-46D3-4984-8F43-01DAC76CE067}" dt="2026-09-14T14:48:00.280" v="26" actId="478"/>
          <ac:spMkLst>
            <pc:docMk/>
            <pc:sldMk cId="0" sldId="260"/>
            <ac:spMk id="21" creationId="{00000000-0000-0000-0000-000000000000}"/>
          </ac:spMkLst>
        </pc:spChg>
        <pc:spChg chg="del mod">
          <ac:chgData name="Tanmay Panchal" userId="177a923a6b3f6cea" providerId="LiveId" clId="{A49B9FF2-46D3-4984-8F43-01DAC76CE067}" dt="2026-09-14T14:48:19.549" v="46" actId="478"/>
          <ac:spMkLst>
            <pc:docMk/>
            <pc:sldMk cId="0" sldId="260"/>
            <ac:spMk id="23" creationId="{00000000-0000-0000-0000-000000000000}"/>
          </ac:spMkLst>
        </pc:spChg>
        <pc:spChg chg="del mod">
          <ac:chgData name="Tanmay Panchal" userId="177a923a6b3f6cea" providerId="LiveId" clId="{A49B9FF2-46D3-4984-8F43-01DAC76CE067}" dt="2026-09-14T14:48:05.464" v="32" actId="478"/>
          <ac:spMkLst>
            <pc:docMk/>
            <pc:sldMk cId="0" sldId="260"/>
            <ac:spMk id="25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8:12.489" v="38" actId="478"/>
          <ac:spMkLst>
            <pc:docMk/>
            <pc:sldMk cId="0" sldId="260"/>
            <ac:spMk id="26" creationId="{00000000-0000-0000-0000-000000000000}"/>
          </ac:spMkLst>
        </pc:spChg>
        <pc:spChg chg="del mod">
          <ac:chgData name="Tanmay Panchal" userId="177a923a6b3f6cea" providerId="LiveId" clId="{A49B9FF2-46D3-4984-8F43-01DAC76CE067}" dt="2026-09-14T14:48:23.760" v="50" actId="478"/>
          <ac:spMkLst>
            <pc:docMk/>
            <pc:sldMk cId="0" sldId="260"/>
            <ac:spMk id="27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8:25.210" v="51" actId="478"/>
          <ac:spMkLst>
            <pc:docMk/>
            <pc:sldMk cId="0" sldId="260"/>
            <ac:spMk id="28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8:08.031" v="35" actId="478"/>
          <ac:spMkLst>
            <pc:docMk/>
            <pc:sldMk cId="0" sldId="260"/>
            <ac:spMk id="29" creationId="{00000000-0000-0000-0000-000000000000}"/>
          </ac:spMkLst>
        </pc:spChg>
        <pc:spChg chg="del mod">
          <ac:chgData name="Tanmay Panchal" userId="177a923a6b3f6cea" providerId="LiveId" clId="{A49B9FF2-46D3-4984-8F43-01DAC76CE067}" dt="2026-09-14T14:48:10.516" v="36" actId="478"/>
          <ac:spMkLst>
            <pc:docMk/>
            <pc:sldMk cId="0" sldId="260"/>
            <ac:spMk id="30" creationId="{00000000-0000-0000-0000-000000000000}"/>
          </ac:spMkLst>
        </pc:spChg>
        <pc:spChg chg="del">
          <ac:chgData name="Tanmay Panchal" userId="177a923a6b3f6cea" providerId="LiveId" clId="{A49B9FF2-46D3-4984-8F43-01DAC76CE067}" dt="2026-09-14T14:48:11.563" v="37" actId="478"/>
          <ac:spMkLst>
            <pc:docMk/>
            <pc:sldMk cId="0" sldId="260"/>
            <ac:spMk id="31" creationId="{00000000-0000-0000-0000-000000000000}"/>
          </ac:spMkLst>
        </pc:spChg>
        <pc:spChg chg="add del mod">
          <ac:chgData name="Tanmay Panchal" userId="177a923a6b3f6cea" providerId="LiveId" clId="{A49B9FF2-46D3-4984-8F43-01DAC76CE067}" dt="2026-09-14T14:47:37.251" v="10"/>
          <ac:spMkLst>
            <pc:docMk/>
            <pc:sldMk cId="0" sldId="260"/>
            <ac:spMk id="32" creationId="{E8E66693-CF34-D039-6DAD-1D9F122FA659}"/>
          </ac:spMkLst>
        </pc:spChg>
        <pc:spChg chg="add del mod">
          <ac:chgData name="Tanmay Panchal" userId="177a923a6b3f6cea" providerId="LiveId" clId="{A49B9FF2-46D3-4984-8F43-01DAC76CE067}" dt="2026-09-14T14:47:43.494" v="14" actId="478"/>
          <ac:spMkLst>
            <pc:docMk/>
            <pc:sldMk cId="0" sldId="260"/>
            <ac:spMk id="33" creationId="{79FD18ED-CD29-C83A-91D4-17671D881C52}"/>
          </ac:spMkLst>
        </pc:spChg>
        <pc:spChg chg="add mod">
          <ac:chgData name="Tanmay Panchal" userId="177a923a6b3f6cea" providerId="LiveId" clId="{A49B9FF2-46D3-4984-8F43-01DAC76CE067}" dt="2026-09-14T14:50:03.141" v="59" actId="1076"/>
          <ac:spMkLst>
            <pc:docMk/>
            <pc:sldMk cId="0" sldId="260"/>
            <ac:spMk id="37" creationId="{FBC9C179-4171-22FC-E8DF-147B9FDF1EA6}"/>
          </ac:spMkLst>
        </pc:spChg>
        <pc:spChg chg="add">
          <ac:chgData name="Tanmay Panchal" userId="177a923a6b3f6cea" providerId="LiveId" clId="{A49B9FF2-46D3-4984-8F43-01DAC76CE067}" dt="2026-09-14T14:52:26.145" v="73" actId="22"/>
          <ac:spMkLst>
            <pc:docMk/>
            <pc:sldMk cId="0" sldId="260"/>
            <ac:spMk id="49" creationId="{F5055067-3393-064A-B80C-A2F36106F8A6}"/>
          </ac:spMkLst>
        </pc:spChg>
        <pc:spChg chg="add mod">
          <ac:chgData name="Tanmay Panchal" userId="177a923a6b3f6cea" providerId="LiveId" clId="{A49B9FF2-46D3-4984-8F43-01DAC76CE067}" dt="2026-09-14T15:10:42.056" v="187" actId="1076"/>
          <ac:spMkLst>
            <pc:docMk/>
            <pc:sldMk cId="0" sldId="260"/>
            <ac:spMk id="53" creationId="{FACA4433-2D0B-2E2B-5A2B-843968BC8D78}"/>
          </ac:spMkLst>
        </pc:spChg>
        <pc:spChg chg="add mod">
          <ac:chgData name="Tanmay Panchal" userId="177a923a6b3f6cea" providerId="LiveId" clId="{A49B9FF2-46D3-4984-8F43-01DAC76CE067}" dt="2026-09-14T15:10:35.057" v="186" actId="1076"/>
          <ac:spMkLst>
            <pc:docMk/>
            <pc:sldMk cId="0" sldId="260"/>
            <ac:spMk id="55" creationId="{7156FDEE-2DCF-1828-0D88-AF22A9B57F3E}"/>
          </ac:spMkLst>
        </pc:spChg>
        <pc:spChg chg="add mod">
          <ac:chgData name="Tanmay Panchal" userId="177a923a6b3f6cea" providerId="LiveId" clId="{A49B9FF2-46D3-4984-8F43-01DAC76CE067}" dt="2026-09-14T14:56:10.601" v="92"/>
          <ac:spMkLst>
            <pc:docMk/>
            <pc:sldMk cId="0" sldId="260"/>
            <ac:spMk id="56" creationId="{920D180A-71C2-D76D-C9D3-E4263E801F5A}"/>
          </ac:spMkLst>
        </pc:spChg>
        <pc:spChg chg="add mod">
          <ac:chgData name="Tanmay Panchal" userId="177a923a6b3f6cea" providerId="LiveId" clId="{A49B9FF2-46D3-4984-8F43-01DAC76CE067}" dt="2026-09-14T14:56:58.520" v="99" actId="255"/>
          <ac:spMkLst>
            <pc:docMk/>
            <pc:sldMk cId="0" sldId="260"/>
            <ac:spMk id="57" creationId="{548BC31F-6037-BEB2-9CC5-A39C8B9BBDDA}"/>
          </ac:spMkLst>
        </pc:spChg>
        <pc:spChg chg="add">
          <ac:chgData name="Tanmay Panchal" userId="177a923a6b3f6cea" providerId="LiveId" clId="{A49B9FF2-46D3-4984-8F43-01DAC76CE067}" dt="2026-09-14T14:57:16.675" v="100" actId="22"/>
          <ac:spMkLst>
            <pc:docMk/>
            <pc:sldMk cId="0" sldId="260"/>
            <ac:spMk id="59" creationId="{6C2EB227-6EA9-8C59-F3BB-952AA06EE8B9}"/>
          </ac:spMkLst>
        </pc:spChg>
        <pc:spChg chg="add">
          <ac:chgData name="Tanmay Panchal" userId="177a923a6b3f6cea" providerId="LiveId" clId="{A49B9FF2-46D3-4984-8F43-01DAC76CE067}" dt="2026-09-14T14:57:56.906" v="101" actId="22"/>
          <ac:spMkLst>
            <pc:docMk/>
            <pc:sldMk cId="0" sldId="260"/>
            <ac:spMk id="61" creationId="{F14D621F-C461-9DF0-3C2E-D6079B7C91B9}"/>
          </ac:spMkLst>
        </pc:spChg>
        <pc:spChg chg="add mod">
          <ac:chgData name="Tanmay Panchal" userId="177a923a6b3f6cea" providerId="LiveId" clId="{A49B9FF2-46D3-4984-8F43-01DAC76CE067}" dt="2026-09-14T14:58:55.744" v="106" actId="1076"/>
          <ac:spMkLst>
            <pc:docMk/>
            <pc:sldMk cId="0" sldId="260"/>
            <ac:spMk id="65" creationId="{5E8A28A0-AE42-35E7-D15E-80EC150C8EBC}"/>
          </ac:spMkLst>
        </pc:spChg>
        <pc:spChg chg="add mod">
          <ac:chgData name="Tanmay Panchal" userId="177a923a6b3f6cea" providerId="LiveId" clId="{A49B9FF2-46D3-4984-8F43-01DAC76CE067}" dt="2026-09-14T14:59:19.054" v="108" actId="1076"/>
          <ac:spMkLst>
            <pc:docMk/>
            <pc:sldMk cId="0" sldId="260"/>
            <ac:spMk id="67" creationId="{3EACFF48-C834-499E-AE66-EEB213A30808}"/>
          </ac:spMkLst>
        </pc:spChg>
        <pc:spChg chg="add del mod">
          <ac:chgData name="Tanmay Panchal" userId="177a923a6b3f6cea" providerId="LiveId" clId="{A49B9FF2-46D3-4984-8F43-01DAC76CE067}" dt="2026-09-14T15:03:37.730" v="152" actId="478"/>
          <ac:spMkLst>
            <pc:docMk/>
            <pc:sldMk cId="0" sldId="260"/>
            <ac:spMk id="69" creationId="{357D574F-E1FB-AA08-5249-232128C4C2EE}"/>
          </ac:spMkLst>
        </pc:spChg>
        <pc:spChg chg="add mod">
          <ac:chgData name="Tanmay Panchal" userId="177a923a6b3f6cea" providerId="LiveId" clId="{A49B9FF2-46D3-4984-8F43-01DAC76CE067}" dt="2026-09-14T15:05:22.083" v="159" actId="1076"/>
          <ac:spMkLst>
            <pc:docMk/>
            <pc:sldMk cId="0" sldId="260"/>
            <ac:spMk id="71" creationId="{2AD72317-226B-3121-9221-8B1B2014B21C}"/>
          </ac:spMkLst>
        </pc:spChg>
        <pc:spChg chg="add mod">
          <ac:chgData name="Tanmay Panchal" userId="177a923a6b3f6cea" providerId="LiveId" clId="{A49B9FF2-46D3-4984-8F43-01DAC76CE067}" dt="2026-09-14T15:05:57.441" v="161" actId="1076"/>
          <ac:spMkLst>
            <pc:docMk/>
            <pc:sldMk cId="0" sldId="260"/>
            <ac:spMk id="73" creationId="{DB496E3B-78D0-3DD9-84BB-E8962E21C24B}"/>
          </ac:spMkLst>
        </pc:spChg>
        <pc:spChg chg="add mod">
          <ac:chgData name="Tanmay Panchal" userId="177a923a6b3f6cea" providerId="LiveId" clId="{A49B9FF2-46D3-4984-8F43-01DAC76CE067}" dt="2026-09-14T15:01:48.946" v="135" actId="1076"/>
          <ac:spMkLst>
            <pc:docMk/>
            <pc:sldMk cId="0" sldId="260"/>
            <ac:spMk id="75" creationId="{C88603F4-8D46-6F9A-0B9B-3CF813AB6D34}"/>
          </ac:spMkLst>
        </pc:spChg>
        <pc:spChg chg="add mod">
          <ac:chgData name="Tanmay Panchal" userId="177a923a6b3f6cea" providerId="LiveId" clId="{A49B9FF2-46D3-4984-8F43-01DAC76CE067}" dt="2026-09-14T15:07:05.603" v="167" actId="1076"/>
          <ac:spMkLst>
            <pc:docMk/>
            <pc:sldMk cId="0" sldId="260"/>
            <ac:spMk id="77" creationId="{DEA28429-CBC1-4878-D68E-494EA3523AD2}"/>
          </ac:spMkLst>
        </pc:spChg>
        <pc:spChg chg="add del">
          <ac:chgData name="Tanmay Panchal" userId="177a923a6b3f6cea" providerId="LiveId" clId="{A49B9FF2-46D3-4984-8F43-01DAC76CE067}" dt="2026-09-14T15:00:05.336" v="121" actId="22"/>
          <ac:spMkLst>
            <pc:docMk/>
            <pc:sldMk cId="0" sldId="260"/>
            <ac:spMk id="79" creationId="{7E071648-09B6-A652-3378-B3DF3AF92340}"/>
          </ac:spMkLst>
        </pc:spChg>
        <pc:spChg chg="add mod">
          <ac:chgData name="Tanmay Panchal" userId="177a923a6b3f6cea" providerId="LiveId" clId="{A49B9FF2-46D3-4984-8F43-01DAC76CE067}" dt="2026-09-14T15:06:40.264" v="166" actId="1076"/>
          <ac:spMkLst>
            <pc:docMk/>
            <pc:sldMk cId="0" sldId="260"/>
            <ac:spMk id="81" creationId="{676DB9D5-F369-4F95-B738-7FA022457754}"/>
          </ac:spMkLst>
        </pc:spChg>
        <pc:spChg chg="add mod">
          <ac:chgData name="Tanmay Panchal" userId="177a923a6b3f6cea" providerId="LiveId" clId="{A49B9FF2-46D3-4984-8F43-01DAC76CE067}" dt="2026-09-14T15:06:04.941" v="162" actId="1076"/>
          <ac:spMkLst>
            <pc:docMk/>
            <pc:sldMk cId="0" sldId="260"/>
            <ac:spMk id="83" creationId="{738BDEBC-1127-E6F5-CD8A-9D91BF08985E}"/>
          </ac:spMkLst>
        </pc:spChg>
        <pc:spChg chg="add mod">
          <ac:chgData name="Tanmay Panchal" userId="177a923a6b3f6cea" providerId="LiveId" clId="{A49B9FF2-46D3-4984-8F43-01DAC76CE067}" dt="2026-09-14T15:01:26.414" v="134" actId="1076"/>
          <ac:spMkLst>
            <pc:docMk/>
            <pc:sldMk cId="0" sldId="260"/>
            <ac:spMk id="87" creationId="{B142AFF4-D018-3DAD-33DD-EEF9D03CDD49}"/>
          </ac:spMkLst>
        </pc:spChg>
        <pc:spChg chg="add mod">
          <ac:chgData name="Tanmay Panchal" userId="177a923a6b3f6cea" providerId="LiveId" clId="{A49B9FF2-46D3-4984-8F43-01DAC76CE067}" dt="2026-09-14T15:06:08.407" v="163" actId="1076"/>
          <ac:spMkLst>
            <pc:docMk/>
            <pc:sldMk cId="0" sldId="260"/>
            <ac:spMk id="89" creationId="{5728889A-E176-88ED-F1DC-76BF24110280}"/>
          </ac:spMkLst>
        </pc:spChg>
        <pc:spChg chg="add mod">
          <ac:chgData name="Tanmay Panchal" userId="177a923a6b3f6cea" providerId="LiveId" clId="{A49B9FF2-46D3-4984-8F43-01DAC76CE067}" dt="2026-09-14T15:06:24.385" v="164" actId="1076"/>
          <ac:spMkLst>
            <pc:docMk/>
            <pc:sldMk cId="0" sldId="260"/>
            <ac:spMk id="91" creationId="{2BC303C3-B058-BCFE-4307-C3E7BCEA3411}"/>
          </ac:spMkLst>
        </pc:spChg>
        <pc:spChg chg="add del">
          <ac:chgData name="Tanmay Panchal" userId="177a923a6b3f6cea" providerId="LiveId" clId="{A49B9FF2-46D3-4984-8F43-01DAC76CE067}" dt="2026-09-14T15:02:43.374" v="145" actId="22"/>
          <ac:spMkLst>
            <pc:docMk/>
            <pc:sldMk cId="0" sldId="260"/>
            <ac:spMk id="93" creationId="{679EC8F7-7052-08DB-2B59-E4549A7FA9BD}"/>
          </ac:spMkLst>
        </pc:spChg>
        <pc:spChg chg="add del mod">
          <ac:chgData name="Tanmay Panchal" userId="177a923a6b3f6cea" providerId="LiveId" clId="{A49B9FF2-46D3-4984-8F43-01DAC76CE067}" dt="2026-09-14T15:03:47.454" v="153" actId="478"/>
          <ac:spMkLst>
            <pc:docMk/>
            <pc:sldMk cId="0" sldId="260"/>
            <ac:spMk id="95" creationId="{DBEEED04-B1C7-C990-0910-16124309E693}"/>
          </ac:spMkLst>
        </pc:spChg>
        <pc:spChg chg="add mod">
          <ac:chgData name="Tanmay Panchal" userId="177a923a6b3f6cea" providerId="LiveId" clId="{A49B9FF2-46D3-4984-8F43-01DAC76CE067}" dt="2026-09-14T15:06:28.509" v="165" actId="1076"/>
          <ac:spMkLst>
            <pc:docMk/>
            <pc:sldMk cId="0" sldId="260"/>
            <ac:spMk id="97" creationId="{329A3006-4FD7-6301-D3BC-D4BF97A53590}"/>
          </ac:spMkLst>
        </pc:spChg>
        <pc:spChg chg="add mod">
          <ac:chgData name="Tanmay Panchal" userId="177a923a6b3f6cea" providerId="LiveId" clId="{A49B9FF2-46D3-4984-8F43-01DAC76CE067}" dt="2026-09-14T15:07:13.329" v="168" actId="1076"/>
          <ac:spMkLst>
            <pc:docMk/>
            <pc:sldMk cId="0" sldId="260"/>
            <ac:spMk id="99" creationId="{3ED943D9-8FA8-FFD4-55CA-01B5F75D4BBE}"/>
          </ac:spMkLst>
        </pc:spChg>
        <pc:spChg chg="add mod">
          <ac:chgData name="Tanmay Panchal" userId="177a923a6b3f6cea" providerId="LiveId" clId="{A49B9FF2-46D3-4984-8F43-01DAC76CE067}" dt="2026-09-14T15:05:42.783" v="160" actId="1076"/>
          <ac:spMkLst>
            <pc:docMk/>
            <pc:sldMk cId="0" sldId="260"/>
            <ac:spMk id="101" creationId="{471EF6FA-DA14-BC56-9808-259C5F067D22}"/>
          </ac:spMkLst>
        </pc:spChg>
        <pc:spChg chg="add del mod">
          <ac:chgData name="Tanmay Panchal" userId="177a923a6b3f6cea" providerId="LiveId" clId="{A49B9FF2-46D3-4984-8F43-01DAC76CE067}" dt="2026-09-14T15:07:47.594" v="172" actId="478"/>
          <ac:spMkLst>
            <pc:docMk/>
            <pc:sldMk cId="0" sldId="260"/>
            <ac:spMk id="103" creationId="{0F3426C1-ABF6-3492-8FB5-CDAC0E777635}"/>
          </ac:spMkLst>
        </pc:spChg>
        <pc:spChg chg="add mod">
          <ac:chgData name="Tanmay Panchal" userId="177a923a6b3f6cea" providerId="LiveId" clId="{A49B9FF2-46D3-4984-8F43-01DAC76CE067}" dt="2026-09-14T15:08:06.024" v="174" actId="1076"/>
          <ac:spMkLst>
            <pc:docMk/>
            <pc:sldMk cId="0" sldId="260"/>
            <ac:spMk id="105" creationId="{25F87C18-BD2F-245C-D449-5883DA9B5BEC}"/>
          </ac:spMkLst>
        </pc:spChg>
        <pc:spChg chg="add mod">
          <ac:chgData name="Tanmay Panchal" userId="177a923a6b3f6cea" providerId="LiveId" clId="{A49B9FF2-46D3-4984-8F43-01DAC76CE067}" dt="2026-09-14T15:08:57.502" v="178" actId="403"/>
          <ac:spMkLst>
            <pc:docMk/>
            <pc:sldMk cId="0" sldId="260"/>
            <ac:spMk id="107" creationId="{6B2EA16B-59DD-7C5B-DB0F-049C8A2BBA98}"/>
          </ac:spMkLst>
        </pc:spChg>
        <pc:spChg chg="add mod">
          <ac:chgData name="Tanmay Panchal" userId="177a923a6b3f6cea" providerId="LiveId" clId="{A49B9FF2-46D3-4984-8F43-01DAC76CE067}" dt="2026-09-14T15:10:50.740" v="188" actId="1076"/>
          <ac:spMkLst>
            <pc:docMk/>
            <pc:sldMk cId="0" sldId="260"/>
            <ac:spMk id="109" creationId="{D2DB262F-7A72-BBD2-A0D0-CA1D1956ADC1}"/>
          </ac:spMkLst>
        </pc:spChg>
        <pc:picChg chg="del">
          <ac:chgData name="Tanmay Panchal" userId="177a923a6b3f6cea" providerId="LiveId" clId="{A49B9FF2-46D3-4984-8F43-01DAC76CE067}" dt="2026-09-14T14:47:23.189" v="0" actId="478"/>
          <ac:picMkLst>
            <pc:docMk/>
            <pc:sldMk cId="0" sldId="260"/>
            <ac:picMk id="3" creationId="{00000000-0000-0000-0000-000000000000}"/>
          </ac:picMkLst>
        </pc:picChg>
        <pc:picChg chg="del">
          <ac:chgData name="Tanmay Panchal" userId="177a923a6b3f6cea" providerId="LiveId" clId="{A49B9FF2-46D3-4984-8F43-01DAC76CE067}" dt="2026-09-14T14:48:22.501" v="48" actId="478"/>
          <ac:picMkLst>
            <pc:docMk/>
            <pc:sldMk cId="0" sldId="260"/>
            <ac:picMk id="14" creationId="{00000000-0000-0000-0000-000000000000}"/>
          </ac:picMkLst>
        </pc:picChg>
        <pc:picChg chg="del">
          <ac:chgData name="Tanmay Panchal" userId="177a923a6b3f6cea" providerId="LiveId" clId="{A49B9FF2-46D3-4984-8F43-01DAC76CE067}" dt="2026-09-14T14:48:16.380" v="42" actId="478"/>
          <ac:picMkLst>
            <pc:docMk/>
            <pc:sldMk cId="0" sldId="260"/>
            <ac:picMk id="16" creationId="{00000000-0000-0000-0000-000000000000}"/>
          </ac:picMkLst>
        </pc:picChg>
        <pc:picChg chg="del">
          <ac:chgData name="Tanmay Panchal" userId="177a923a6b3f6cea" providerId="LiveId" clId="{A49B9FF2-46D3-4984-8F43-01DAC76CE067}" dt="2026-09-14T14:48:02.984" v="28" actId="478"/>
          <ac:picMkLst>
            <pc:docMk/>
            <pc:sldMk cId="0" sldId="260"/>
            <ac:picMk id="18" creationId="{00000000-0000-0000-0000-000000000000}"/>
          </ac:picMkLst>
        </pc:picChg>
        <pc:picChg chg="del">
          <ac:chgData name="Tanmay Panchal" userId="177a923a6b3f6cea" providerId="LiveId" clId="{A49B9FF2-46D3-4984-8F43-01DAC76CE067}" dt="2026-09-14T14:48:01.352" v="27" actId="478"/>
          <ac:picMkLst>
            <pc:docMk/>
            <pc:sldMk cId="0" sldId="260"/>
            <ac:picMk id="20" creationId="{00000000-0000-0000-0000-000000000000}"/>
          </ac:picMkLst>
        </pc:picChg>
        <pc:picChg chg="del">
          <ac:chgData name="Tanmay Panchal" userId="177a923a6b3f6cea" providerId="LiveId" clId="{A49B9FF2-46D3-4984-8F43-01DAC76CE067}" dt="2026-09-14T14:48:21.521" v="47" actId="478"/>
          <ac:picMkLst>
            <pc:docMk/>
            <pc:sldMk cId="0" sldId="260"/>
            <ac:picMk id="22" creationId="{00000000-0000-0000-0000-000000000000}"/>
          </ac:picMkLst>
        </pc:picChg>
        <pc:picChg chg="del">
          <ac:chgData name="Tanmay Panchal" userId="177a923a6b3f6cea" providerId="LiveId" clId="{A49B9FF2-46D3-4984-8F43-01DAC76CE067}" dt="2026-09-14T14:48:03.857" v="29" actId="478"/>
          <ac:picMkLst>
            <pc:docMk/>
            <pc:sldMk cId="0" sldId="260"/>
            <ac:picMk id="24" creationId="{00000000-0000-0000-0000-000000000000}"/>
          </ac:picMkLst>
        </pc:picChg>
        <pc:picChg chg="add del mod">
          <ac:chgData name="Tanmay Panchal" userId="177a923a6b3f6cea" providerId="LiveId" clId="{A49B9FF2-46D3-4984-8F43-01DAC76CE067}" dt="2026-09-14T14:49:20.534" v="54" actId="478"/>
          <ac:picMkLst>
            <pc:docMk/>
            <pc:sldMk cId="0" sldId="260"/>
            <ac:picMk id="34" creationId="{5DD5A156-8741-5E1C-B7C2-68990CA2E4D1}"/>
          </ac:picMkLst>
        </pc:picChg>
        <pc:picChg chg="add del mod">
          <ac:chgData name="Tanmay Panchal" userId="177a923a6b3f6cea" providerId="LiveId" clId="{A49B9FF2-46D3-4984-8F43-01DAC76CE067}" dt="2026-09-14T14:49:45.078" v="57" actId="21"/>
          <ac:picMkLst>
            <pc:docMk/>
            <pc:sldMk cId="0" sldId="260"/>
            <ac:picMk id="36" creationId="{11E88A34-17D6-5CC2-E666-A18A4261489F}"/>
          </ac:picMkLst>
        </pc:picChg>
        <pc:picChg chg="add mod">
          <ac:chgData name="Tanmay Panchal" userId="177a923a6b3f6cea" providerId="LiveId" clId="{A49B9FF2-46D3-4984-8F43-01DAC76CE067}" dt="2026-09-14T15:10:57.516" v="189" actId="1076"/>
          <ac:picMkLst>
            <pc:docMk/>
            <pc:sldMk cId="0" sldId="260"/>
            <ac:picMk id="39" creationId="{9D1B7BFD-3CF7-0FA1-1473-23C5BA8CCF5F}"/>
          </ac:picMkLst>
        </pc:picChg>
        <pc:picChg chg="add mod">
          <ac:chgData name="Tanmay Panchal" userId="177a923a6b3f6cea" providerId="LiveId" clId="{A49B9FF2-46D3-4984-8F43-01DAC76CE067}" dt="2026-09-14T15:10:09.930" v="181" actId="1076"/>
          <ac:picMkLst>
            <pc:docMk/>
            <pc:sldMk cId="0" sldId="260"/>
            <ac:picMk id="41" creationId="{5CE687D2-D378-1827-6C7B-DDCDF41305E0}"/>
          </ac:picMkLst>
        </pc:picChg>
        <pc:picChg chg="add del">
          <ac:chgData name="Tanmay Panchal" userId="177a923a6b3f6cea" providerId="LiveId" clId="{A49B9FF2-46D3-4984-8F43-01DAC76CE067}" dt="2026-09-14T14:51:21.365" v="65" actId="478"/>
          <ac:picMkLst>
            <pc:docMk/>
            <pc:sldMk cId="0" sldId="260"/>
            <ac:picMk id="43" creationId="{0A03A427-988C-1ADD-FBE1-1ABCD52207D3}"/>
          </ac:picMkLst>
        </pc:picChg>
        <pc:picChg chg="add del mod">
          <ac:chgData name="Tanmay Panchal" userId="177a923a6b3f6cea" providerId="LiveId" clId="{A49B9FF2-46D3-4984-8F43-01DAC76CE067}" dt="2026-09-14T14:52:52.209" v="77" actId="478"/>
          <ac:picMkLst>
            <pc:docMk/>
            <pc:sldMk cId="0" sldId="260"/>
            <ac:picMk id="51" creationId="{48C83140-E4DB-2E07-BA91-D8B520672B2A}"/>
          </ac:picMkLst>
        </pc:picChg>
        <pc:picChg chg="add del">
          <ac:chgData name="Tanmay Panchal" userId="177a923a6b3f6cea" providerId="LiveId" clId="{A49B9FF2-46D3-4984-8F43-01DAC76CE067}" dt="2026-09-14T14:58:34.906" v="103" actId="21"/>
          <ac:picMkLst>
            <pc:docMk/>
            <pc:sldMk cId="0" sldId="260"/>
            <ac:picMk id="63" creationId="{6C11F6AF-6A3C-BA25-5A72-534512FD93EB}"/>
          </ac:picMkLst>
        </pc:picChg>
        <pc:picChg chg="add del">
          <ac:chgData name="Tanmay Panchal" userId="177a923a6b3f6cea" providerId="LiveId" clId="{A49B9FF2-46D3-4984-8F43-01DAC76CE067}" dt="2026-09-14T15:01:09.591" v="132" actId="478"/>
          <ac:picMkLst>
            <pc:docMk/>
            <pc:sldMk cId="0" sldId="260"/>
            <ac:picMk id="85" creationId="{78C6C44C-CAB9-F290-0939-A334107054F7}"/>
          </ac:picMkLst>
        </pc:picChg>
        <pc:picChg chg="add mod">
          <ac:chgData name="Tanmay Panchal" userId="177a923a6b3f6cea" providerId="LiveId" clId="{A49B9FF2-46D3-4984-8F43-01DAC76CE067}" dt="2026-09-14T15:20:02.899" v="220" actId="1076"/>
          <ac:picMkLst>
            <pc:docMk/>
            <pc:sldMk cId="0" sldId="260"/>
            <ac:picMk id="111" creationId="{6C4FB304-0849-1353-4440-C7A008997381}"/>
          </ac:picMkLst>
        </pc:picChg>
        <pc:cxnChg chg="add mod">
          <ac:chgData name="Tanmay Panchal" userId="177a923a6b3f6cea" providerId="LiveId" clId="{A49B9FF2-46D3-4984-8F43-01DAC76CE067}" dt="2026-09-14T15:11:04.357" v="190" actId="1076"/>
          <ac:cxnSpMkLst>
            <pc:docMk/>
            <pc:sldMk cId="0" sldId="260"/>
            <ac:cxnSpMk id="44" creationId="{5682E4C7-59A8-6F9E-7F6B-DB8E7F3A0BB0}"/>
          </ac:cxnSpMkLst>
        </pc:cxnChg>
        <pc:cxnChg chg="add mod">
          <ac:chgData name="Tanmay Panchal" userId="177a923a6b3f6cea" providerId="LiveId" clId="{A49B9FF2-46D3-4984-8F43-01DAC76CE067}" dt="2026-09-14T14:58:49.047" v="105" actId="1076"/>
          <ac:cxnSpMkLst>
            <pc:docMk/>
            <pc:sldMk cId="0" sldId="260"/>
            <ac:cxnSpMk id="45" creationId="{C9DD6A62-BF2A-5639-6875-4EB34C67E847}"/>
          </ac:cxnSpMkLst>
        </pc:cxnChg>
        <pc:cxnChg chg="add mod">
          <ac:chgData name="Tanmay Panchal" userId="177a923a6b3f6cea" providerId="LiveId" clId="{A49B9FF2-46D3-4984-8F43-01DAC76CE067}" dt="2026-09-14T15:07:22.437" v="169" actId="1076"/>
          <ac:cxnSpMkLst>
            <pc:docMk/>
            <pc:sldMk cId="0" sldId="260"/>
            <ac:cxnSpMk id="46" creationId="{C37A0DBB-F67C-F6F7-ABF7-AB0AB3A606FC}"/>
          </ac:cxnSpMkLst>
        </pc:cxnChg>
        <pc:cxnChg chg="add del mod">
          <ac:chgData name="Tanmay Panchal" userId="177a923a6b3f6cea" providerId="LiveId" clId="{A49B9FF2-46D3-4984-8F43-01DAC76CE067}" dt="2026-09-14T14:52:12.025" v="72" actId="478"/>
          <ac:cxnSpMkLst>
            <pc:docMk/>
            <pc:sldMk cId="0" sldId="260"/>
            <ac:cxnSpMk id="47" creationId="{2D830108-A7B3-9281-6E3B-6687F12D6833}"/>
          </ac:cxnSpMkLst>
        </pc:cxnChg>
      </pc:sldChg>
      <pc:sldChg chg="addSp modSp mod">
        <pc:chgData name="Tanmay Panchal" userId="177a923a6b3f6cea" providerId="LiveId" clId="{A49B9FF2-46D3-4984-8F43-01DAC76CE067}" dt="2026-09-14T15:20:10.718" v="222" actId="1076"/>
        <pc:sldMkLst>
          <pc:docMk/>
          <pc:sldMk cId="0" sldId="261"/>
        </pc:sldMkLst>
        <pc:picChg chg="add mod">
          <ac:chgData name="Tanmay Panchal" userId="177a923a6b3f6cea" providerId="LiveId" clId="{A49B9FF2-46D3-4984-8F43-01DAC76CE067}" dt="2026-09-14T15:20:10.718" v="222" actId="1076"/>
          <ac:picMkLst>
            <pc:docMk/>
            <pc:sldMk cId="0" sldId="261"/>
            <ac:picMk id="32" creationId="{7B533697-EA6A-5354-5649-186A063C590B}"/>
          </ac:picMkLst>
        </pc:picChg>
      </pc:sldChg>
      <pc:sldChg chg="addSp modSp mod">
        <pc:chgData name="Tanmay Panchal" userId="177a923a6b3f6cea" providerId="LiveId" clId="{A49B9FF2-46D3-4984-8F43-01DAC76CE067}" dt="2026-09-14T15:20:25.241" v="225" actId="1076"/>
        <pc:sldMkLst>
          <pc:docMk/>
          <pc:sldMk cId="0" sldId="262"/>
        </pc:sldMkLst>
        <pc:picChg chg="add mod">
          <ac:chgData name="Tanmay Panchal" userId="177a923a6b3f6cea" providerId="LiveId" clId="{A49B9FF2-46D3-4984-8F43-01DAC76CE067}" dt="2026-09-14T15:20:25.241" v="225" actId="1076"/>
          <ac:picMkLst>
            <pc:docMk/>
            <pc:sldMk cId="0" sldId="262"/>
            <ac:picMk id="36" creationId="{54343B9F-4F56-9BB6-03EC-CEE743B1AC41}"/>
          </ac:picMkLst>
        </pc:picChg>
      </pc:sldChg>
      <pc:sldChg chg="addSp modSp mod">
        <pc:chgData name="Tanmay Panchal" userId="177a923a6b3f6cea" providerId="LiveId" clId="{A49B9FF2-46D3-4984-8F43-01DAC76CE067}" dt="2026-09-14T15:20:36.445" v="227" actId="1076"/>
        <pc:sldMkLst>
          <pc:docMk/>
          <pc:sldMk cId="0" sldId="263"/>
        </pc:sldMkLst>
        <pc:spChg chg="mod">
          <ac:chgData name="Tanmay Panchal" userId="177a923a6b3f6cea" providerId="LiveId" clId="{A49B9FF2-46D3-4984-8F43-01DAC76CE067}" dt="2026-09-14T15:15:07.940" v="203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5:17:54.194" v="208"/>
          <ac:spMkLst>
            <pc:docMk/>
            <pc:sldMk cId="0" sldId="263"/>
            <ac:spMk id="6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5:14:44.299" v="201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5:14:53.387" v="202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5:14:19.862" v="199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5:14:33.586" v="200" actId="1076"/>
          <ac:spMkLst>
            <pc:docMk/>
            <pc:sldMk cId="0" sldId="263"/>
            <ac:spMk id="10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5:13:50.510" v="195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5:13:59.059" v="196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5:13:42.395" v="194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Tanmay Panchal" userId="177a923a6b3f6cea" providerId="LiveId" clId="{A49B9FF2-46D3-4984-8F43-01DAC76CE067}" dt="2026-09-14T15:14:04.582" v="198" actId="1076"/>
          <ac:spMkLst>
            <pc:docMk/>
            <pc:sldMk cId="0" sldId="263"/>
            <ac:spMk id="14" creationId="{00000000-0000-0000-0000-000000000000}"/>
          </ac:spMkLst>
        </pc:spChg>
        <pc:picChg chg="add mod">
          <ac:chgData name="Tanmay Panchal" userId="177a923a6b3f6cea" providerId="LiveId" clId="{A49B9FF2-46D3-4984-8F43-01DAC76CE067}" dt="2026-09-14T15:20:36.445" v="227" actId="1076"/>
          <ac:picMkLst>
            <pc:docMk/>
            <pc:sldMk cId="0" sldId="263"/>
            <ac:picMk id="16" creationId="{2BEF9D6C-19DF-034F-6471-3A0F43BA40C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93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264146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ChainGuard AI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2149971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 Supply Chain Disruption Assistant &amp; Fleet Utilisation Optimizer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8086" y="2693491"/>
            <a:ext cx="6223638" cy="2900363"/>
          </a:xfrm>
          <a:prstGeom prst="roundRect">
            <a:avLst>
              <a:gd name="adj" fmla="val 1032"/>
            </a:avLst>
          </a:prstGeom>
          <a:solidFill>
            <a:srgbClr val="444752"/>
          </a:solidFill>
          <a:ln/>
        </p:spPr>
      </p:sp>
      <p:sp>
        <p:nvSpPr>
          <p:cNvPr id="6" name="Shape 3"/>
          <p:cNvSpPr/>
          <p:nvPr/>
        </p:nvSpPr>
        <p:spPr>
          <a:xfrm>
            <a:off x="698086" y="2693491"/>
            <a:ext cx="3111819" cy="1769368"/>
          </a:xfrm>
          <a:custGeom>
            <a:avLst/>
            <a:gdLst/>
            <a:ahLst/>
            <a:cxnLst/>
            <a:rect l="l" t="t" r="r" b="b"/>
            <a:pathLst>
              <a:path w="3111819" h="1769368">
                <a:moveTo>
                  <a:pt x="24935" y="0"/>
                </a:moveTo>
                <a:lnTo>
                  <a:pt x="3111819" y="0"/>
                </a:lnTo>
                <a:lnTo>
                  <a:pt x="3111819" y="1769368"/>
                </a:lnTo>
                <a:lnTo>
                  <a:pt x="0" y="1769368"/>
                </a:lnTo>
                <a:lnTo>
                  <a:pt x="0" y="24935"/>
                </a:lnTo>
                <a:arcTo wR="24935" hR="24935" stAng="10800000" swAng="5400000"/>
                <a:close/>
              </a:path>
            </a:pathLst>
          </a:custGeom>
          <a:solidFill>
            <a:srgbClr val="444752"/>
          </a:solidFill>
          <a:ln/>
        </p:spPr>
      </p:sp>
      <p:sp>
        <p:nvSpPr>
          <p:cNvPr id="7" name="Text 4"/>
          <p:cNvSpPr/>
          <p:nvPr/>
        </p:nvSpPr>
        <p:spPr>
          <a:xfrm>
            <a:off x="897510" y="2892921"/>
            <a:ext cx="271297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Problem ID: L2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7510" y="3305870"/>
            <a:ext cx="2712970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Supply Chain Disruption Assistant &amp; Fleet Utilisation Optimizer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3809905" y="2693491"/>
            <a:ext cx="3111819" cy="1769368"/>
          </a:xfrm>
          <a:custGeom>
            <a:avLst/>
            <a:gdLst/>
            <a:ahLst/>
            <a:cxnLst/>
            <a:rect l="l" t="t" r="r" b="b"/>
            <a:pathLst>
              <a:path w="3111819" h="1769368">
                <a:moveTo>
                  <a:pt x="0" y="0"/>
                </a:moveTo>
                <a:lnTo>
                  <a:pt x="3086884" y="0"/>
                </a:lnTo>
                <a:arcTo wR="24935" hR="24935" stAng="16200000" swAng="5400000"/>
                <a:lnTo>
                  <a:pt x="3111819" y="1769368"/>
                </a:lnTo>
                <a:lnTo>
                  <a:pt x="0" y="1769368"/>
                </a:lnTo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/>
        </p:spPr>
      </p:sp>
      <p:sp>
        <p:nvSpPr>
          <p:cNvPr id="10" name="Shape 7"/>
          <p:cNvSpPr/>
          <p:nvPr/>
        </p:nvSpPr>
        <p:spPr>
          <a:xfrm>
            <a:off x="3809905" y="2693491"/>
            <a:ext cx="25399" cy="1769368"/>
          </a:xfrm>
          <a:prstGeom prst="roundRect">
            <a:avLst>
              <a:gd name="adj" fmla="val 50001"/>
            </a:avLst>
          </a:prstGeom>
          <a:solidFill>
            <a:srgbClr val="5D606B"/>
          </a:solidFill>
          <a:ln/>
        </p:spPr>
      </p:sp>
      <p:sp>
        <p:nvSpPr>
          <p:cNvPr id="11" name="Text 8"/>
          <p:cNvSpPr/>
          <p:nvPr/>
        </p:nvSpPr>
        <p:spPr>
          <a:xfrm>
            <a:off x="4009329" y="2892921"/>
            <a:ext cx="271297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Category: Software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009329" y="3305870"/>
            <a:ext cx="271297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Team Nexus Chain · 4 Members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98086" y="4462859"/>
            <a:ext cx="6223638" cy="1130995"/>
          </a:xfrm>
          <a:custGeom>
            <a:avLst/>
            <a:gdLst/>
            <a:ahLst/>
            <a:cxnLst/>
            <a:rect l="l" t="t" r="r" b="b"/>
            <a:pathLst>
              <a:path w="6223638" h="1130995">
                <a:moveTo>
                  <a:pt x="0" y="0"/>
                </a:moveTo>
                <a:lnTo>
                  <a:pt x="6223638" y="0"/>
                </a:lnTo>
                <a:lnTo>
                  <a:pt x="6223638" y="1106059"/>
                </a:lnTo>
                <a:arcTo wR="24935" hR="24935" stAng="0" swAng="5400000"/>
                <a:lnTo>
                  <a:pt x="24935" y="1130995"/>
                </a:lnTo>
                <a:arcTo wR="24935" hR="24935" stAng="5400000" swAng="5400000"/>
                <a:lnTo>
                  <a:pt x="0" y="0"/>
                </a:lnTo>
                <a:close/>
              </a:path>
            </a:pathLst>
          </a:custGeom>
          <a:solidFill>
            <a:srgbClr val="44475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Shape 11"/>
          <p:cNvSpPr/>
          <p:nvPr/>
        </p:nvSpPr>
        <p:spPr>
          <a:xfrm>
            <a:off x="698086" y="4462859"/>
            <a:ext cx="6223638" cy="2540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6" name="Text 13"/>
          <p:cNvSpPr/>
          <p:nvPr/>
        </p:nvSpPr>
        <p:spPr>
          <a:xfrm>
            <a:off x="897510" y="5075238"/>
            <a:ext cx="582478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Disruption intelligence · Route optimisation · Fleet utilisation</a:t>
            </a:r>
            <a:endParaRPr lang="en-US" sz="155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AAD0B88-2BE8-5C9C-490C-D481F7D0D177}"/>
              </a:ext>
            </a:extLst>
          </p:cNvPr>
          <p:cNvSpPr/>
          <p:nvPr/>
        </p:nvSpPr>
        <p:spPr>
          <a:xfrm>
            <a:off x="857500" y="4662289"/>
            <a:ext cx="5824789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Smart India Hackathon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02469"/>
            <a:ext cx="10795524" cy="557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Proposed Solution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619845"/>
            <a:ext cx="10795524" cy="591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ChainGuard AI is an </a:t>
            </a:r>
            <a:r>
              <a:rPr lang="en-US" sz="14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explainable decision-support platform</a:t>
            </a: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that assesses supply-chain disruption risks, compares alternate routes and recommends an operationally safer and more efficient response.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2413496"/>
            <a:ext cx="3598475" cy="7580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7589" y="3351510"/>
            <a:ext cx="321946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87589" y="3738066"/>
            <a:ext cx="3219469" cy="13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Origin &amp; destination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Disruption type &amp; severity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Available trucks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Shipment type &amp; temperature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560" y="2413496"/>
            <a:ext cx="3598475" cy="7580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86064" y="3351510"/>
            <a:ext cx="321946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 ENGINE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4486064" y="3738066"/>
            <a:ext cx="3219469" cy="172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Disruption assessment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Candidate route generation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Temperature safety validation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Fleet availability check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Risk-aware comparison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035" y="2413496"/>
            <a:ext cx="3598475" cy="7580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84538" y="3351510"/>
            <a:ext cx="3219469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ACTION / OUTPUT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8084538" y="3738066"/>
            <a:ext cx="3219469" cy="1371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AI-recommended route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Alternate route options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Operational explanation</a:t>
            </a:r>
            <a:endParaRPr lang="en-US" sz="1450" dirty="0"/>
          </a:p>
          <a:p>
            <a:pPr marL="294640" indent="-294640" algn="l">
              <a:lnSpc>
                <a:spcPct val="130000"/>
              </a:lnSpc>
              <a:buSzPct val="100000"/>
              <a:buChar char="•"/>
            </a:pPr>
            <a:r>
              <a:rPr lang="en-US" sz="14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Fleet reassignment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393293" y="5859959"/>
            <a:ext cx="11405108" cy="295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From disruption signal to actionable logistics decision.</a:t>
            </a:r>
            <a:endParaRPr lang="en-US" sz="14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5DA68D-98E9-C55C-A217-DA773253F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2178" y="6433423"/>
            <a:ext cx="1409822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84212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Technical Approach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150" y="3031133"/>
            <a:ext cx="5504519" cy="14565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10805" y="3523614"/>
            <a:ext cx="832041" cy="140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Input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810805" y="3706117"/>
            <a:ext cx="832041" cy="214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 logistics data (JSON)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2764263" y="3598023"/>
            <a:ext cx="832041" cy="140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Model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764263" y="3780525"/>
            <a:ext cx="832041" cy="214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Explainable decision logic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717720" y="3523614"/>
            <a:ext cx="832041" cy="140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717720" y="3706117"/>
            <a:ext cx="832041" cy="214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Candidate route proposals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671178" y="3598023"/>
            <a:ext cx="832041" cy="140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Validate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671178" y="3780525"/>
            <a:ext cx="832041" cy="214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Safety and disruption checks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629933" y="3523614"/>
            <a:ext cx="832041" cy="140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Optimize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629933" y="3706117"/>
            <a:ext cx="832041" cy="214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Select most suitable route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974508" y="1472704"/>
            <a:ext cx="3525352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 Stack</a:t>
            </a:r>
            <a:endParaRPr lang="en-US" sz="14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508" y="1850926"/>
            <a:ext cx="3525352" cy="94912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295" y="2029520"/>
            <a:ext cx="309197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8229295" y="2391767"/>
            <a:ext cx="309197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 · CSS · JavaScript</a:t>
            </a:r>
            <a:endParaRPr lang="en-US" sz="12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508" y="2927648"/>
            <a:ext cx="3525352" cy="94912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295" y="3106241"/>
            <a:ext cx="309197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 Logic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29295" y="3468489"/>
            <a:ext cx="309197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Rule-based AI prototype · Explainable flow</a:t>
            </a:r>
            <a:endParaRPr lang="en-US" sz="12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508" y="4004370"/>
            <a:ext cx="3525352" cy="9491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295" y="4182963"/>
            <a:ext cx="309197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295" y="4545211"/>
            <a:ext cx="309197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Structured logistics data · JSON model</a:t>
            </a:r>
            <a:endParaRPr lang="en-US" sz="125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508" y="5081091"/>
            <a:ext cx="3525352" cy="94912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229295" y="5259685"/>
            <a:ext cx="3091976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Integration Ready</a:t>
            </a:r>
            <a:endParaRPr lang="en-US" sz="1450" dirty="0"/>
          </a:p>
        </p:txBody>
      </p:sp>
      <p:sp>
        <p:nvSpPr>
          <p:cNvPr id="26" name="Text 19"/>
          <p:cNvSpPr/>
          <p:nvPr/>
        </p:nvSpPr>
        <p:spPr>
          <a:xfrm>
            <a:off x="8229295" y="5621933"/>
            <a:ext cx="3091976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Routing API architecture · Future integrations</a:t>
            </a:r>
            <a:endParaRPr lang="en-US" sz="12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6C35A81-9E3F-313C-52D7-4D949DFD1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2178" y="6423693"/>
            <a:ext cx="1409822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75977"/>
            <a:ext cx="10795524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System Workflow &amp; Decision Flow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40" y="1440458"/>
            <a:ext cx="6839408" cy="45950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27082" y="1278434"/>
            <a:ext cx="259252" cy="16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7927082" y="1479649"/>
            <a:ext cx="3572778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6" name="Text 3"/>
          <p:cNvSpPr/>
          <p:nvPr/>
        </p:nvSpPr>
        <p:spPr>
          <a:xfrm>
            <a:off x="7927082" y="1582539"/>
            <a:ext cx="3572778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 Details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27082" y="1857375"/>
            <a:ext cx="3572778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Origin, destination, severity, shipment, temperature, trucks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27082" y="2209998"/>
            <a:ext cx="259252" cy="16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927082" y="2398216"/>
            <a:ext cx="3572778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0" name="Text 7"/>
          <p:cNvSpPr/>
          <p:nvPr/>
        </p:nvSpPr>
        <p:spPr>
          <a:xfrm>
            <a:off x="7927082" y="2514104"/>
            <a:ext cx="3572778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927082" y="2788940"/>
            <a:ext cx="3572778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Severity, temperature safety, fleet availability, route risk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27082" y="3141563"/>
            <a:ext cx="259252" cy="16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927082" y="3316883"/>
            <a:ext cx="3572778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4" name="Text 11"/>
          <p:cNvSpPr/>
          <p:nvPr/>
        </p:nvSpPr>
        <p:spPr>
          <a:xfrm>
            <a:off x="7927082" y="3445669"/>
            <a:ext cx="3572778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Generate Alternatives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927082" y="3720505"/>
            <a:ext cx="3572778" cy="34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 A (High risk · 26 km) · </a:t>
            </a:r>
            <a:r>
              <a:rPr lang="en-US" sz="1000" b="1" dirty="0">
                <a:solidFill>
                  <a:srgbClr val="0EA5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Route B — AI Recommended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(Low risk · 32 km) · Route C (Medium risk · 38 km)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27082" y="4244280"/>
            <a:ext cx="259252" cy="16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927082" y="4406602"/>
            <a:ext cx="3572778" cy="19050"/>
          </a:xfrm>
          <a:prstGeom prst="rect">
            <a:avLst/>
          </a:prstGeom>
          <a:solidFill>
            <a:srgbClr val="6EB9FC"/>
          </a:solidFill>
          <a:ln/>
        </p:spPr>
      </p:sp>
      <p:sp>
        <p:nvSpPr>
          <p:cNvPr id="18" name="Text 15"/>
          <p:cNvSpPr/>
          <p:nvPr/>
        </p:nvSpPr>
        <p:spPr>
          <a:xfrm>
            <a:off x="7927082" y="4548386"/>
            <a:ext cx="3572778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Explain Decision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27082" y="4823222"/>
            <a:ext cx="3572778" cy="34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 B selected — lower disruption risk and balanced travel time despite longer distance.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927082" y="5305723"/>
            <a:ext cx="3572778" cy="729754"/>
          </a:xfrm>
          <a:prstGeom prst="roundRect">
            <a:avLst>
              <a:gd name="adj" fmla="val 2665"/>
            </a:avLst>
          </a:prstGeom>
          <a:solidFill>
            <a:srgbClr val="790645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659" y="5429548"/>
            <a:ext cx="162020" cy="1295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48255" y="5465663"/>
            <a:ext cx="3022028" cy="5134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ChainGuard AI does not only recommend a route — it explains the operational reasoning behind every recommendation.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A98029-557F-1D51-03D9-1F6FC5624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2178" y="6461726"/>
            <a:ext cx="1409822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1">
            <a:extLst>
              <a:ext uri="{FF2B5EF4-FFF2-40B4-BE49-F238E27FC236}">
                <a16:creationId xmlns:a16="http://schemas.microsoft.com/office/drawing/2014/main" id="{FBC9C179-4171-22FC-E8DF-147B9FDF1EA6}"/>
              </a:ext>
            </a:extLst>
          </p:cNvPr>
          <p:cNvSpPr txBox="1"/>
          <p:nvPr/>
        </p:nvSpPr>
        <p:spPr>
          <a:xfrm>
            <a:off x="391668" y="391829"/>
            <a:ext cx="10799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2200" b="0">
                <a:solidFill>
                  <a:srgbClr val="F17BBE"/>
                </a:solidFill>
                <a:latin typeface="Aptos"/>
              </a:rPr>
              <a:t>Fleet Utilisation &amp; Explainable AI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D1B7BFD-3CF7-0FA1-1473-23C5BA8CC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68" y="1372083"/>
            <a:ext cx="6838950" cy="46005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CE687D2-D378-1827-6C7B-DDCDF4130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68" y="6256621"/>
            <a:ext cx="6838950" cy="419100"/>
          </a:xfrm>
          <a:prstGeom prst="rect">
            <a:avLst/>
          </a:prstGeom>
        </p:spPr>
      </p:pic>
      <p:cxnSp>
        <p:nvCxnSpPr>
          <p:cNvPr id="44" name="Connector 4">
            <a:extLst>
              <a:ext uri="{FF2B5EF4-FFF2-40B4-BE49-F238E27FC236}">
                <a16:creationId xmlns:a16="http://schemas.microsoft.com/office/drawing/2014/main" id="{5682E4C7-59A8-6F9E-7F6B-DB8E7F3A0BB0}"/>
              </a:ext>
            </a:extLst>
          </p:cNvPr>
          <p:cNvCxnSpPr/>
          <p:nvPr/>
        </p:nvCxnSpPr>
        <p:spPr>
          <a:xfrm>
            <a:off x="7898812" y="1461757"/>
            <a:ext cx="3575304" cy="0"/>
          </a:xfrm>
          <a:prstGeom prst="line">
            <a:avLst/>
          </a:prstGeom>
          <a:ln w="13970">
            <a:solidFill>
              <a:srgbClr val="7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">
            <a:extLst>
              <a:ext uri="{FF2B5EF4-FFF2-40B4-BE49-F238E27FC236}">
                <a16:creationId xmlns:a16="http://schemas.microsoft.com/office/drawing/2014/main" id="{C9DD6A62-BF2A-5639-6875-4EB34C67E847}"/>
              </a:ext>
            </a:extLst>
          </p:cNvPr>
          <p:cNvCxnSpPr/>
          <p:nvPr/>
        </p:nvCxnSpPr>
        <p:spPr>
          <a:xfrm>
            <a:off x="7927848" y="2920625"/>
            <a:ext cx="3575304" cy="0"/>
          </a:xfrm>
          <a:prstGeom prst="line">
            <a:avLst/>
          </a:prstGeom>
          <a:ln w="13970">
            <a:solidFill>
              <a:srgbClr val="7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">
            <a:extLst>
              <a:ext uri="{FF2B5EF4-FFF2-40B4-BE49-F238E27FC236}">
                <a16:creationId xmlns:a16="http://schemas.microsoft.com/office/drawing/2014/main" id="{C37A0DBB-F67C-F6F7-ABF7-AB0AB3A606FC}"/>
              </a:ext>
            </a:extLst>
          </p:cNvPr>
          <p:cNvCxnSpPr/>
          <p:nvPr/>
        </p:nvCxnSpPr>
        <p:spPr>
          <a:xfrm>
            <a:off x="7923515" y="5359025"/>
            <a:ext cx="3575304" cy="0"/>
          </a:xfrm>
          <a:prstGeom prst="line">
            <a:avLst/>
          </a:prstGeom>
          <a:ln w="13970">
            <a:solidFill>
              <a:srgbClr val="7E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5055067-3393-064A-B80C-A2F36106F8A6}"/>
              </a:ext>
            </a:extLst>
          </p:cNvPr>
          <p:cNvSpPr txBox="1"/>
          <p:nvPr/>
        </p:nvSpPr>
        <p:spPr>
          <a:xfrm>
            <a:off x="7927848" y="1572768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D8DCE7"/>
                </a:solidFill>
                <a:latin typeface="Aptos"/>
              </a:rPr>
              <a:t>Fleet </a:t>
            </a:r>
            <a:r>
              <a:rPr sz="1500" b="0" dirty="0" err="1">
                <a:solidFill>
                  <a:srgbClr val="D8DCE7"/>
                </a:solidFill>
                <a:latin typeface="Aptos"/>
              </a:rPr>
              <a:t>Utilisation</a:t>
            </a:r>
            <a:endParaRPr sz="1500" b="0" dirty="0">
              <a:solidFill>
                <a:srgbClr val="D8DCE7"/>
              </a:solidFill>
              <a:latin typeface="Apto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CA4433-2D0B-2E2B-5A2B-843968BC8D78}"/>
              </a:ext>
            </a:extLst>
          </p:cNvPr>
          <p:cNvSpPr txBox="1"/>
          <p:nvPr/>
        </p:nvSpPr>
        <p:spPr>
          <a:xfrm>
            <a:off x="1244065" y="6373570"/>
            <a:ext cx="4434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0" dirty="0">
                <a:solidFill>
                  <a:srgbClr val="F5F7FA"/>
                </a:solidFill>
                <a:latin typeface="Aptos"/>
              </a:rPr>
              <a:t>Estimated operational saving · prototype estimate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156FDEE-2DCF-1828-0D88-AF22A9B57F3E}"/>
              </a:ext>
            </a:extLst>
          </p:cNvPr>
          <p:cNvSpPr txBox="1"/>
          <p:nvPr/>
        </p:nvSpPr>
        <p:spPr>
          <a:xfrm>
            <a:off x="595644" y="6312282"/>
            <a:ext cx="76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5F7FA"/>
                </a:solidFill>
                <a:latin typeface="Aptos"/>
              </a:rPr>
              <a:t>₹1,240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20D180A-71C2-D76D-C9D3-E4263E801F5A}"/>
              </a:ext>
            </a:extLst>
          </p:cNvPr>
          <p:cNvSpPr txBox="1"/>
          <p:nvPr/>
        </p:nvSpPr>
        <p:spPr>
          <a:xfrm>
            <a:off x="7927848" y="1828800"/>
            <a:ext cx="14407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5F7FA"/>
                </a:solidFill>
                <a:latin typeface="Aptos"/>
              </a:rPr>
              <a:t>42%</a:t>
            </a:r>
          </a:p>
          <a:p>
            <a:endParaRPr lang="en-IN" sz="28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8BC31F-6037-BEB2-9CC5-A39C8B9BBDDA}"/>
              </a:ext>
            </a:extLst>
          </p:cNvPr>
          <p:cNvSpPr txBox="1"/>
          <p:nvPr/>
        </p:nvSpPr>
        <p:spPr>
          <a:xfrm>
            <a:off x="8821153" y="1956815"/>
            <a:ext cx="2093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solidFill>
                  <a:srgbClr val="ADB4C2"/>
                </a:solidFill>
                <a:latin typeface="Aptos"/>
              </a:rPr>
              <a:t>Fleet utilised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2EB227-6EA9-8C59-F3BB-952AA06EE8B9}"/>
              </a:ext>
            </a:extLst>
          </p:cNvPr>
          <p:cNvSpPr txBox="1"/>
          <p:nvPr/>
        </p:nvSpPr>
        <p:spPr>
          <a:xfrm>
            <a:off x="7927848" y="2350008"/>
            <a:ext cx="357530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D8DCE7"/>
                </a:solidFill>
                <a:latin typeface="Aptos"/>
              </a:rPr>
              <a:t>05  In Transit     ·     07  Available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4D621F-C461-9DF0-3C2E-D6079B7C91B9}"/>
              </a:ext>
            </a:extLst>
          </p:cNvPr>
          <p:cNvSpPr txBox="1"/>
          <p:nvPr/>
        </p:nvSpPr>
        <p:spPr>
          <a:xfrm>
            <a:off x="7927848" y="2615184"/>
            <a:ext cx="35753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ADB4C2"/>
                </a:solidFill>
                <a:latin typeface="Aptos"/>
              </a:rPr>
              <a:t>Available vehicles can be redeployed during disruptions.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8A28A0-AE42-35E7-D15E-80EC150C8EBC}"/>
              </a:ext>
            </a:extLst>
          </p:cNvPr>
          <p:cNvSpPr txBox="1"/>
          <p:nvPr/>
        </p:nvSpPr>
        <p:spPr>
          <a:xfrm>
            <a:off x="7927848" y="2992815"/>
            <a:ext cx="35753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D8DCE7"/>
                </a:solidFill>
                <a:latin typeface="Aptos"/>
              </a:rPr>
              <a:t>AI Decision Trace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EACFF48-C834-499E-AE66-EEB213A30808}"/>
              </a:ext>
            </a:extLst>
          </p:cNvPr>
          <p:cNvSpPr txBox="1"/>
          <p:nvPr/>
        </p:nvSpPr>
        <p:spPr>
          <a:xfrm>
            <a:off x="7927848" y="3303711"/>
            <a:ext cx="3575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ADB4C2"/>
                </a:solidFill>
                <a:latin typeface="Aptos"/>
              </a:rPr>
              <a:t>Why was this route recommended?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AD72317-226B-3121-9221-8B1B2014B21C}"/>
              </a:ext>
            </a:extLst>
          </p:cNvPr>
          <p:cNvSpPr txBox="1"/>
          <p:nvPr/>
        </p:nvSpPr>
        <p:spPr>
          <a:xfrm>
            <a:off x="7894320" y="3672371"/>
            <a:ext cx="1645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17BBE"/>
                </a:solidFill>
                <a:latin typeface="Aptos"/>
              </a:rPr>
              <a:t>✓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496E3B-78D0-3DD9-84BB-E8962E21C24B}"/>
              </a:ext>
            </a:extLst>
          </p:cNvPr>
          <p:cNvSpPr txBox="1"/>
          <p:nvPr/>
        </p:nvSpPr>
        <p:spPr>
          <a:xfrm>
            <a:off x="7891272" y="4219854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17BBE"/>
                </a:solidFill>
                <a:latin typeface="Aptos"/>
              </a:rPr>
              <a:t>✓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88603F4-8D46-6F9A-0B9B-3CF813AB6D34}"/>
              </a:ext>
            </a:extLst>
          </p:cNvPr>
          <p:cNvSpPr txBox="1"/>
          <p:nvPr/>
        </p:nvSpPr>
        <p:spPr>
          <a:xfrm>
            <a:off x="7878599" y="4437161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17BBE"/>
                </a:solidFill>
                <a:latin typeface="Aptos"/>
              </a:rPr>
              <a:t>✓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EA28429-CBC1-4878-D68E-494EA3523AD2}"/>
              </a:ext>
            </a:extLst>
          </p:cNvPr>
          <p:cNvSpPr txBox="1"/>
          <p:nvPr/>
        </p:nvSpPr>
        <p:spPr>
          <a:xfrm>
            <a:off x="7891272" y="4714095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17BBE"/>
                </a:solidFill>
                <a:latin typeface="Aptos"/>
              </a:rPr>
              <a:t>✓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76DB9D5-F369-4F95-B738-7FA022457754}"/>
              </a:ext>
            </a:extLst>
          </p:cNvPr>
          <p:cNvSpPr txBox="1"/>
          <p:nvPr/>
        </p:nvSpPr>
        <p:spPr>
          <a:xfrm>
            <a:off x="8080248" y="3758260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dirty="0">
                <a:solidFill>
                  <a:srgbClr val="D8DCE7"/>
                </a:solidFill>
                <a:latin typeface="Aptos"/>
              </a:rPr>
              <a:t>Disruption severity assessment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38BDEBC-1127-E6F5-CD8A-9D91BF08985E}"/>
              </a:ext>
            </a:extLst>
          </p:cNvPr>
          <p:cNvSpPr txBox="1"/>
          <p:nvPr/>
        </p:nvSpPr>
        <p:spPr>
          <a:xfrm>
            <a:off x="8061720" y="4219099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dirty="0">
                <a:solidFill>
                  <a:srgbClr val="D8DCE7"/>
                </a:solidFill>
                <a:latin typeface="Aptos"/>
              </a:rPr>
              <a:t>Route distance comparison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142AFF4-D018-3DAD-33DD-EEF9D03CDD49}"/>
              </a:ext>
            </a:extLst>
          </p:cNvPr>
          <p:cNvSpPr txBox="1"/>
          <p:nvPr/>
        </p:nvSpPr>
        <p:spPr>
          <a:xfrm>
            <a:off x="8055864" y="3964804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dirty="0">
                <a:solidFill>
                  <a:srgbClr val="D8DCE7"/>
                </a:solidFill>
                <a:latin typeface="Aptos"/>
              </a:rPr>
              <a:t>Route travel-time </a:t>
            </a:r>
            <a:r>
              <a:rPr sz="1030" b="0" dirty="0" err="1">
                <a:solidFill>
                  <a:srgbClr val="D8DCE7"/>
                </a:solidFill>
                <a:latin typeface="Aptos"/>
              </a:rPr>
              <a:t>optimisation</a:t>
            </a:r>
            <a:endParaRPr sz="1030" b="0" dirty="0">
              <a:solidFill>
                <a:srgbClr val="D8DCE7"/>
              </a:solidFill>
              <a:latin typeface="Apto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728889A-E176-88ED-F1DC-76BF24110280}"/>
              </a:ext>
            </a:extLst>
          </p:cNvPr>
          <p:cNvSpPr txBox="1"/>
          <p:nvPr/>
        </p:nvSpPr>
        <p:spPr>
          <a:xfrm>
            <a:off x="8080248" y="4476760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dirty="0">
                <a:solidFill>
                  <a:srgbClr val="D8DCE7"/>
                </a:solidFill>
                <a:latin typeface="Aptos"/>
              </a:rPr>
              <a:t>Fleet availability check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BC303C3-B058-BCFE-4307-C3E7BCEA3411}"/>
              </a:ext>
            </a:extLst>
          </p:cNvPr>
          <p:cNvSpPr txBox="1"/>
          <p:nvPr/>
        </p:nvSpPr>
        <p:spPr>
          <a:xfrm>
            <a:off x="8051531" y="4722861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dirty="0">
                <a:solidFill>
                  <a:srgbClr val="D8DCE7"/>
                </a:solidFill>
                <a:latin typeface="Aptos"/>
              </a:rPr>
              <a:t>Shipment temperature safety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29A3006-4FD7-6301-D3BC-D4BF97A53590}"/>
              </a:ext>
            </a:extLst>
          </p:cNvPr>
          <p:cNvSpPr txBox="1"/>
          <p:nvPr/>
        </p:nvSpPr>
        <p:spPr>
          <a:xfrm>
            <a:off x="8080248" y="4977156"/>
            <a:ext cx="3319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 dirty="0">
                <a:solidFill>
                  <a:srgbClr val="D8DCE7"/>
                </a:solidFill>
                <a:latin typeface="Aptos"/>
              </a:rPr>
              <a:t>Operational risk evaluation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ED943D9-8FA8-FFD4-55CA-01B5F75D4BBE}"/>
              </a:ext>
            </a:extLst>
          </p:cNvPr>
          <p:cNvSpPr txBox="1"/>
          <p:nvPr/>
        </p:nvSpPr>
        <p:spPr>
          <a:xfrm>
            <a:off x="7891272" y="4977156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17BBE"/>
                </a:solidFill>
                <a:latin typeface="Aptos"/>
              </a:rPr>
              <a:t>✓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71EF6FA-DA14-BC56-9808-259C5F067D22}"/>
              </a:ext>
            </a:extLst>
          </p:cNvPr>
          <p:cNvSpPr txBox="1"/>
          <p:nvPr/>
        </p:nvSpPr>
        <p:spPr>
          <a:xfrm>
            <a:off x="7891272" y="3972189"/>
            <a:ext cx="1645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F17BBE"/>
                </a:solidFill>
                <a:latin typeface="Aptos"/>
              </a:rPr>
              <a:t>✓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5F87C18-BD2F-245C-D449-5883DA9B5BEC}"/>
              </a:ext>
            </a:extLst>
          </p:cNvPr>
          <p:cNvSpPr txBox="1"/>
          <p:nvPr/>
        </p:nvSpPr>
        <p:spPr>
          <a:xfrm>
            <a:off x="7891272" y="5382689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dirty="0">
                <a:solidFill>
                  <a:srgbClr val="ADB4C2"/>
                </a:solidFill>
                <a:latin typeface="Aptos"/>
              </a:rPr>
              <a:t>Decision Confidence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B2EA16B-59DD-7C5B-DB0F-049C8A2BBA98}"/>
              </a:ext>
            </a:extLst>
          </p:cNvPr>
          <p:cNvSpPr txBox="1"/>
          <p:nvPr/>
        </p:nvSpPr>
        <p:spPr>
          <a:xfrm>
            <a:off x="7922313" y="5742887"/>
            <a:ext cx="91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5F7FA"/>
                </a:solidFill>
                <a:latin typeface="Aptos"/>
              </a:rPr>
              <a:t>87%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2DB262F-7A72-BBD2-A0D0-CA1D1956ADC1}"/>
              </a:ext>
            </a:extLst>
          </p:cNvPr>
          <p:cNvSpPr txBox="1"/>
          <p:nvPr/>
        </p:nvSpPr>
        <p:spPr>
          <a:xfrm>
            <a:off x="8648218" y="592266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dirty="0">
                <a:solidFill>
                  <a:srgbClr val="ADB4C2"/>
                </a:solidFill>
                <a:latin typeface="Aptos"/>
              </a:rPr>
              <a:t>Prototype estimate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6C4FB304-0849-1353-4440-C7A0089973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9205" y="6412331"/>
            <a:ext cx="1409822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36402"/>
            <a:ext cx="10795524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Feasibility and Impact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98086" y="1524893"/>
            <a:ext cx="520310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Feasible Because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98086" y="1887141"/>
            <a:ext cx="5203100" cy="1052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Uses standard web technologies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with structured logistics data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Modular route-analysis logic</a:t>
            </a:r>
            <a:endParaRPr lang="en-US" sz="1250" dirty="0"/>
          </a:p>
          <a:p>
            <a:pPr marL="254000" indent="-254000" algn="l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API-ready architecture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98086" y="3067447"/>
            <a:ext cx="520310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Challenges &amp; Mitigation</a:t>
            </a:r>
            <a:endParaRPr lang="en-US" sz="14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3445669"/>
          <a:ext cx="5203100" cy="2003275"/>
        </p:xfrm>
        <a:graphic>
          <a:graphicData uri="http://schemas.openxmlformats.org/drawingml/2006/table">
            <a:tbl>
              <a:tblPr/>
              <a:tblGrid>
                <a:gridCol w="2601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Challenge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Mitigation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9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Dynamic disruption conditions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Rule-based safety validation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Real-time fleet availability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Fleet availability checks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92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Route uncertainty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Risk-aware route comparison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Temperature-sensitive shipments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D6E5E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Modular integration architecture</a:t>
                      </a:r>
                      <a:endParaRPr lang="en-US" sz="125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59584" marR="159584" marT="6350" marB="6350" anchor="ctr">
                    <a:lnL w="12700" cap="flat" cmpd="sng" algn="ctr">
                      <a:solidFill>
                        <a:srgbClr val="2528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95C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296860" y="1524893"/>
            <a:ext cx="5203100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 &amp; Benefits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96860" y="1903115"/>
            <a:ext cx="2537754" cy="1517352"/>
          </a:xfrm>
          <a:prstGeom prst="roundRect">
            <a:avLst>
              <a:gd name="adj" fmla="val 1578"/>
            </a:avLst>
          </a:prstGeom>
          <a:solidFill>
            <a:srgbClr val="444752"/>
          </a:solidFill>
          <a:ln/>
        </p:spPr>
      </p:sp>
      <p:sp>
        <p:nvSpPr>
          <p:cNvPr id="9" name="Shape 6"/>
          <p:cNvSpPr/>
          <p:nvPr/>
        </p:nvSpPr>
        <p:spPr>
          <a:xfrm>
            <a:off x="6456399" y="2062659"/>
            <a:ext cx="478718" cy="478730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8059" y="2194223"/>
            <a:ext cx="215399" cy="2154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56399" y="2668984"/>
            <a:ext cx="221867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FASTER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56399" y="3031232"/>
            <a:ext cx="221867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Faster disruption response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962205" y="1903115"/>
            <a:ext cx="2537754" cy="1517352"/>
          </a:xfrm>
          <a:prstGeom prst="roundRect">
            <a:avLst>
              <a:gd name="adj" fmla="val 1578"/>
            </a:avLst>
          </a:prstGeom>
          <a:solidFill>
            <a:srgbClr val="444752"/>
          </a:solidFill>
          <a:ln/>
        </p:spPr>
      </p:sp>
      <p:sp>
        <p:nvSpPr>
          <p:cNvPr id="14" name="Shape 10"/>
          <p:cNvSpPr/>
          <p:nvPr/>
        </p:nvSpPr>
        <p:spPr>
          <a:xfrm>
            <a:off x="9121745" y="2062659"/>
            <a:ext cx="478718" cy="478730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3405" y="2194223"/>
            <a:ext cx="215399" cy="2154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21745" y="2668984"/>
            <a:ext cx="221867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SMARTER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9121745" y="3031232"/>
            <a:ext cx="221867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Risk-aware route decisions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96860" y="3548063"/>
            <a:ext cx="2537754" cy="1517352"/>
          </a:xfrm>
          <a:prstGeom prst="roundRect">
            <a:avLst>
              <a:gd name="adj" fmla="val 1578"/>
            </a:avLst>
          </a:prstGeom>
          <a:solidFill>
            <a:srgbClr val="444752"/>
          </a:solidFill>
          <a:ln/>
        </p:spPr>
      </p:sp>
      <p:sp>
        <p:nvSpPr>
          <p:cNvPr id="19" name="Shape 14"/>
          <p:cNvSpPr/>
          <p:nvPr/>
        </p:nvSpPr>
        <p:spPr>
          <a:xfrm>
            <a:off x="6456399" y="3707606"/>
            <a:ext cx="478718" cy="478730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8059" y="3839170"/>
            <a:ext cx="215399" cy="2154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56399" y="4313932"/>
            <a:ext cx="221867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VISIBLE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56399" y="4676180"/>
            <a:ext cx="221867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Clear route &amp; fleet intelligence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8962205" y="3548063"/>
            <a:ext cx="2537754" cy="1517352"/>
          </a:xfrm>
          <a:prstGeom prst="roundRect">
            <a:avLst>
              <a:gd name="adj" fmla="val 1578"/>
            </a:avLst>
          </a:prstGeom>
          <a:solidFill>
            <a:srgbClr val="444752"/>
          </a:solidFill>
          <a:ln/>
        </p:spPr>
      </p:sp>
      <p:sp>
        <p:nvSpPr>
          <p:cNvPr id="24" name="Shape 18"/>
          <p:cNvSpPr/>
          <p:nvPr/>
        </p:nvSpPr>
        <p:spPr>
          <a:xfrm>
            <a:off x="9121745" y="3707606"/>
            <a:ext cx="478718" cy="478730"/>
          </a:xfrm>
          <a:prstGeom prst="ellipse">
            <a:avLst/>
          </a:prstGeom>
          <a:solidFill>
            <a:srgbClr val="6EB9FC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53405" y="3839170"/>
            <a:ext cx="215399" cy="2154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21745" y="4313932"/>
            <a:ext cx="2218674" cy="234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EFFICIENT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9121745" y="4676180"/>
            <a:ext cx="2218674" cy="229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Better vehicle utilisation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296860" y="5208984"/>
            <a:ext cx="5203100" cy="768945"/>
          </a:xfrm>
          <a:prstGeom prst="roundRect">
            <a:avLst>
              <a:gd name="adj" fmla="val 3113"/>
            </a:avLst>
          </a:prstGeom>
          <a:solidFill>
            <a:srgbClr val="790645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6399" y="5401965"/>
            <a:ext cx="199425" cy="1595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815364" y="5363766"/>
            <a:ext cx="4525056" cy="45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ChainGuard AI turns complex disruption inputs into a clear, explainable and actionable operational decision.</a:t>
            </a:r>
            <a:endParaRPr lang="en-US" sz="125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B533697-EA6A-5354-5649-186A063C59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2178" y="6441384"/>
            <a:ext cx="1409822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59631"/>
            <a:ext cx="10795524" cy="381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Roadmap &amp; Future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086323" y="1409402"/>
            <a:ext cx="19050" cy="3019227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4" name="Shape 2"/>
          <p:cNvSpPr/>
          <p:nvPr/>
        </p:nvSpPr>
        <p:spPr>
          <a:xfrm>
            <a:off x="5580121" y="1545729"/>
            <a:ext cx="388928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5" name="Shape 3"/>
          <p:cNvSpPr/>
          <p:nvPr/>
        </p:nvSpPr>
        <p:spPr>
          <a:xfrm>
            <a:off x="5950000" y="1409402"/>
            <a:ext cx="291696" cy="291703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6" name="Text 4"/>
          <p:cNvSpPr/>
          <p:nvPr/>
        </p:nvSpPr>
        <p:spPr>
          <a:xfrm>
            <a:off x="6004370" y="1440855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8086" y="1453952"/>
            <a:ext cx="4749483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① Prototype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98086" y="1695053"/>
            <a:ext cx="4749483" cy="77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Disruption analysis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 comparison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Temperature validation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22646" y="2232819"/>
            <a:ext cx="388928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0" name="Shape 8"/>
          <p:cNvSpPr/>
          <p:nvPr/>
        </p:nvSpPr>
        <p:spPr>
          <a:xfrm>
            <a:off x="5950000" y="2096492"/>
            <a:ext cx="291696" cy="291703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1" name="Text 9"/>
          <p:cNvSpPr/>
          <p:nvPr/>
        </p:nvSpPr>
        <p:spPr>
          <a:xfrm>
            <a:off x="6004370" y="2127945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44127" y="2141041"/>
            <a:ext cx="4749483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② Decision Intelligence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44127" y="2382143"/>
            <a:ext cx="4749483" cy="77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 AI explanation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Improved route scoring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Advanced fleet optimisation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Better risk evaluation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80121" y="2857897"/>
            <a:ext cx="388928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15" name="Shape 13"/>
          <p:cNvSpPr/>
          <p:nvPr/>
        </p:nvSpPr>
        <p:spPr>
          <a:xfrm>
            <a:off x="5950000" y="2721570"/>
            <a:ext cx="291696" cy="291703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16" name="Text 14"/>
          <p:cNvSpPr/>
          <p:nvPr/>
        </p:nvSpPr>
        <p:spPr>
          <a:xfrm>
            <a:off x="6004370" y="2753023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8086" y="2766120"/>
            <a:ext cx="4749483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③ Live Integration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8086" y="3007221"/>
            <a:ext cx="4749483" cy="77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traffic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Weather/disruption feeds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GPS/fleet status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External logistics APIs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22646" y="3483074"/>
            <a:ext cx="388928" cy="19050"/>
          </a:xfrm>
          <a:prstGeom prst="roundRect">
            <a:avLst>
              <a:gd name="adj" fmla="val 49999"/>
            </a:avLst>
          </a:prstGeom>
          <a:solidFill>
            <a:srgbClr val="5D606B"/>
          </a:solidFill>
          <a:ln/>
        </p:spPr>
      </p:sp>
      <p:sp>
        <p:nvSpPr>
          <p:cNvPr id="20" name="Shape 18"/>
          <p:cNvSpPr/>
          <p:nvPr/>
        </p:nvSpPr>
        <p:spPr>
          <a:xfrm>
            <a:off x="5950000" y="3346748"/>
            <a:ext cx="291696" cy="291703"/>
          </a:xfrm>
          <a:prstGeom prst="roundRect">
            <a:avLst>
              <a:gd name="adj" fmla="val 6668"/>
            </a:avLst>
          </a:prstGeom>
          <a:solidFill>
            <a:srgbClr val="444752"/>
          </a:solidFill>
          <a:ln/>
        </p:spPr>
      </p:sp>
      <p:sp>
        <p:nvSpPr>
          <p:cNvPr id="21" name="Text 19"/>
          <p:cNvSpPr/>
          <p:nvPr/>
        </p:nvSpPr>
        <p:spPr>
          <a:xfrm>
            <a:off x="6004370" y="3378200"/>
            <a:ext cx="18295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44127" y="3391297"/>
            <a:ext cx="4749483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④ Scale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44127" y="3632398"/>
            <a:ext cx="4749483" cy="77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Multi-city operations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Predictive disruption alerts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Enterprise logistics integration</a:t>
            </a:r>
            <a:endParaRPr lang="en-US" sz="1000" dirty="0"/>
          </a:p>
          <a:p>
            <a:pPr marL="203200" indent="-203200" algn="l">
              <a:lnSpc>
                <a:spcPct val="110000"/>
              </a:lnSpc>
              <a:buSzPct val="100000"/>
              <a:buChar char="•"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Large-scale fleet optimisation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8086" y="4555728"/>
            <a:ext cx="10795524" cy="1905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98086" y="4733528"/>
            <a:ext cx="10795524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Research &amp; References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8086" y="5121870"/>
            <a:ext cx="64788" cy="64790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27" name="Text 25"/>
          <p:cNvSpPr/>
          <p:nvPr/>
        </p:nvSpPr>
        <p:spPr>
          <a:xfrm>
            <a:off x="847108" y="5050532"/>
            <a:ext cx="5196055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Constraint-based route optimisation concepts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Route planning and logistics optimisation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8432" y="5121870"/>
            <a:ext cx="64788" cy="64790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29" name="Text 27"/>
          <p:cNvSpPr/>
          <p:nvPr/>
        </p:nvSpPr>
        <p:spPr>
          <a:xfrm>
            <a:off x="6297455" y="5050532"/>
            <a:ext cx="5196154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Fleet utilisation and logistics optimisation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Vehicle scheduling and resource allocation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8086" y="5461496"/>
            <a:ext cx="64788" cy="64790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31" name="Text 29"/>
          <p:cNvSpPr/>
          <p:nvPr/>
        </p:nvSpPr>
        <p:spPr>
          <a:xfrm>
            <a:off x="847108" y="5390158"/>
            <a:ext cx="5196055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HTML / CSS / JavaScript documentation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Web technologies and frontend frameworks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48432" y="5461496"/>
            <a:ext cx="64788" cy="64790"/>
          </a:xfrm>
          <a:prstGeom prst="ellipse">
            <a:avLst/>
          </a:prstGeom>
          <a:solidFill>
            <a:srgbClr val="6EB9FC"/>
          </a:solidFill>
          <a:ln/>
        </p:spPr>
      </p:sp>
      <p:sp>
        <p:nvSpPr>
          <p:cNvPr id="33" name="Text 31"/>
          <p:cNvSpPr/>
          <p:nvPr/>
        </p:nvSpPr>
        <p:spPr>
          <a:xfrm>
            <a:off x="6297455" y="5390158"/>
            <a:ext cx="5196154" cy="34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Routing, traffic and logistics API documentation</a:t>
            </a: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Integration architecture and external services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293" y="5827216"/>
            <a:ext cx="11405108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Detect disruption. Evaluate risk. Optimise fleet. Explain the decision.</a:t>
            </a:r>
            <a:endParaRPr lang="en-US" sz="10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4343B9F-4F56-9BB6-03EC-CEE743B1A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1592" y="6423623"/>
            <a:ext cx="1409822" cy="3962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56190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Thank You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447727"/>
            <a:ext cx="10795524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ChainGuard AI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393293" y="355649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AI-Powered Supply Chain Disruption Assistant &amp; Fleet Utilisation Optimizer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76851" y="4124752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D6E5EF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93293" y="4449366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r>
              <a:rPr lang="en-US" sz="1550" b="1" dirty="0">
                <a:solidFill>
                  <a:srgbClr val="D6E5E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Team Nexus Chain</a:t>
            </a:r>
            <a:r>
              <a:rPr lang="en-US" sz="15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Smart India Hackathon 2026 · Problem Statement ID: L2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132224" y="4986819"/>
            <a:ext cx="2086022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39620" y="5059354"/>
            <a:ext cx="2456297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DISRUPTION INTELLIGENCE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53360" y="4998559"/>
            <a:ext cx="1717930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5917" y="5066775"/>
            <a:ext cx="2088205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 OPTIMISATION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06404" y="4992886"/>
            <a:ext cx="1530808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2200" y="5066775"/>
            <a:ext cx="190108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FLEET UTILISATION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72326" y="4987957"/>
            <a:ext cx="1432397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98AC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8623283" y="5058389"/>
            <a:ext cx="1678243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98A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EXPLAINABLE AI</a:t>
            </a:r>
            <a:endParaRPr lang="en-US" sz="12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EF9D6C-19DF-034F-6471-3A0F43BA4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178" y="6461726"/>
            <a:ext cx="1409822" cy="3962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98AC7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603</Words>
  <Application>Microsoft Office PowerPoint</Application>
  <PresentationFormat>Widescreen</PresentationFormat>
  <Paragraphs>160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Lora</vt:lpstr>
      <vt:lpstr>Source Sans 3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Tanmay Panchal</dc:creator>
  <cp:lastModifiedBy>Tanmay Panchal</cp:lastModifiedBy>
  <cp:revision>2</cp:revision>
  <dcterms:created xsi:type="dcterms:W3CDTF">2026-09-14T10:54:07Z</dcterms:created>
  <dcterms:modified xsi:type="dcterms:W3CDTF">2026-09-14T15:20:39Z</dcterms:modified>
</cp:coreProperties>
</file>